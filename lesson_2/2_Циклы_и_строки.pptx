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Сегодня две большие темы: цикл и строка. К концу пары студент умеет повторять действия и разбирать текст по символам.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минуты, спрашивать вслух. Остаток от деления сегодня понадобится почти на каждом слайде.</a:t>
            </a:r>
          </a:p>
          <a:p/>
          <a:p>
            <a:r>
              <a:t>Ответы:</a:t>
            </a:r>
          </a:p>
          <a:p>
            <a:r>
              <a:t>1. Строку. Число получаем через `int(...)` или `float(...)`.</a:t>
            </a:r>
          </a:p>
          <a:p>
            <a:r>
              <a:t>2. `1 &lt;= x &lt;= 10`, цепочка сравнений работает как в математике.</a:t>
            </a:r>
          </a:p>
          <a:p>
            <a:r>
              <a:t>3. 3 и 1: целая часть от деления и остаток.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Спросить, сколько времени займёт написать это без цикла. Заодно вспомнить, что `total += i` это `total = total + i`.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 второй цикл на доске по виткам: 123, 12, 1, 0. Спросить, почему цифры выходят с конца.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вживую и обязательно один раз словить зависание без break, чтобы студенты знали, как это выглядит.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 перед запуском, что напечатает range(2, 10, 3). Напомнить про end=' ' из урока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91 = 7 * 13, отличный повод показать, что «на глаз» простоту не определяют. Подчеркнуть: проверять делители до корня достаточно.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Обойти аудиторию. Типичная ошибка в первом задании: range(1, n) без +1.</a:t>
            </a:r>
          </a:p>
          <a:p/>
          <a:p>
            <a:r>
              <a:t>Ответы:</a:t>
            </a:r>
          </a:p>
          <a:p>
            <a:r>
              <a:t>1. n = int(input())</a:t>
            </a:r>
          </a:p>
          <a:p>
            <a:r>
              <a:t>total = 0</a:t>
            </a:r>
          </a:p>
          <a:p>
            <a:r>
              <a:t>for i in range(1, n + 1):</a:t>
            </a:r>
          </a:p>
          <a:p>
            <a:r>
              <a:t>    total += i</a:t>
            </a:r>
          </a:p>
          <a:p>
            <a:r>
              <a:t>print(total)</a:t>
            </a:r>
          </a:p>
          <a:p>
            <a:r>
              <a:t>2. for i in range(1, 16):</a:t>
            </a:r>
          </a:p>
          <a:p>
            <a:r>
              <a:t>    if i % 15 == 0:</a:t>
            </a:r>
          </a:p>
          <a:p>
            <a:r>
              <a:t>        print('FizzBuzz')</a:t>
            </a:r>
          </a:p>
          <a:p>
            <a:r>
              <a:t>    elif i % 3 == 0:</a:t>
            </a:r>
          </a:p>
          <a:p>
            <a:r>
              <a:t>        print('Fizz')</a:t>
            </a:r>
          </a:p>
          <a:p>
            <a:r>
              <a:t>    elif i % 5 == 0:</a:t>
            </a:r>
          </a:p>
          <a:p>
            <a:r>
              <a:t>        print('Buzz')</a:t>
            </a:r>
          </a:p>
          <a:p>
            <a:r>
              <a:t>    else:</a:t>
            </a:r>
          </a:p>
          <a:p>
            <a:r>
              <a:t>        print(i)</a:t>
            </a:r>
          </a:p>
          <a:p>
            <a:r>
              <a:t>Порядок проверок важен: 15 идёт первым.</a:t>
            </a:r>
          </a:p>
          <a:p>
            <a:r>
              <a:t>3. for i in range(10, 0, -1):</a:t>
            </a:r>
          </a:p>
          <a:p>
            <a:r>
              <a:t>    print(i, end=' ')</a:t>
            </a:r>
          </a:p>
          <a:p>
            <a:r>
              <a:t>4. i = 1</a:t>
            </a:r>
          </a:p>
          <a:p>
            <a:r>
              <a:t>while i &lt;= 5:</a:t>
            </a:r>
          </a:p>
          <a:p>
            <a:r>
              <a:t>    print(i * i, end=' ')</a:t>
            </a:r>
          </a:p>
          <a:p>
            <a:r>
              <a:t>    i +=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Спросить, сколько раз всего сработает print внутри двойного цикла: 25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Последняя строка падает специально. Спросить заранее, что она напечатает.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Половина строки это s[:len(s) // 2]: пригодится в первой задаче конца пары.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enumerate это функция, а не ключевое слово. Спросить, где нужен номер символа: например, найти все позиции буквы.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Четвёртое задание про enumerate. Если кто-то завёл счётчик вручную, это тоже верно, но покажите короткий вариант.</a:t>
            </a:r>
          </a:p>
          <a:p/>
          <a:p>
            <a:r>
              <a:t>Ответы:</a:t>
            </a:r>
          </a:p>
          <a:p>
            <a:r>
              <a:t>1. s = input()</a:t>
            </a:r>
          </a:p>
          <a:p>
            <a:r>
              <a:t>print(s[0], s[-1])</a:t>
            </a:r>
          </a:p>
          <a:p>
            <a:r>
              <a:t>2. print(s[::-1])</a:t>
            </a:r>
          </a:p>
          <a:p>
            <a:r>
              <a:t>3. print(s[:len(s) // 2])</a:t>
            </a:r>
          </a:p>
          <a:p>
            <a:r>
              <a:t>4. for i, ch in enumerate(s):</a:t>
            </a:r>
          </a:p>
          <a:p>
            <a:r>
              <a:t>    if ch == 'а':</a:t>
            </a:r>
          </a:p>
          <a:p>
            <a:r>
              <a:t>        print(i)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Методы строк тоже ничего не меняют на месте, а возвращают новую строку. Это частая ошибка: вызвали s.upper() и удивились, что s прежняя.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 PyCharm, как после точки всплывает список методов. Напомнить, что сама строка при этом не меняется.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Квадратные скобки в выводе это список, тема урока 3. Сейчас достаточно знать, что split даёт куски, а join склеивает.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Последние три строки это готовый кирпич для задачи про шифр Цезаря. Спросить, почему без % 26 получится символ за буквой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Первое задание это половина второй задачи конца пары. Во втором подсказать про `ch in 'аеёиоуыэюя'`.</a:t>
            </a:r>
          </a:p>
          <a:p/>
          <a:p>
            <a:r>
              <a:t>Ответы:</a:t>
            </a:r>
          </a:p>
          <a:p>
            <a:r>
              <a:t>1. s = input().lower()</a:t>
            </a:r>
          </a:p>
          <a:p>
            <a:r>
              <a:t>print(s == s[::-1])</a:t>
            </a:r>
          </a:p>
          <a:p>
            <a:r>
              <a:t>2. count = 0</a:t>
            </a:r>
          </a:p>
          <a:p>
            <a:r>
              <a:t>for ch in s.lower():</a:t>
            </a:r>
          </a:p>
          <a:p>
            <a:r>
              <a:t>    if ch in 'аеёиоуыэюя':</a:t>
            </a:r>
          </a:p>
          <a:p>
            <a:r>
              <a:t>        count += 1</a:t>
            </a:r>
          </a:p>
          <a:p>
            <a:r>
              <a:t>print(count)</a:t>
            </a:r>
          </a:p>
          <a:p>
            <a:r>
              <a:t>3. print(input().replace(' ', '_'))</a:t>
            </a:r>
          </a:p>
          <a:p>
            <a:r>
              <a:t>4. count = 0</a:t>
            </a:r>
          </a:p>
          <a:p>
            <a:r>
              <a:t>for ch in s:</a:t>
            </a:r>
          </a:p>
          <a:p>
            <a:r>
              <a:t>    if ch == ' ':</a:t>
            </a:r>
          </a:p>
          <a:p>
            <a:r>
              <a:t>        count += 1</a:t>
            </a:r>
          </a:p>
          <a:p>
            <a:r>
              <a:t>print(count)</a:t>
            </a:r>
          </a:p>
          <a:p>
            <a:r>
              <a:t>Одной строкой: print(s.count(' '))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Первую и четвёртую ошибку студенты сделают сегодня же, стоит задержаться.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 1–5 к следующей паре, шестая по желанию. Подсказать, что задача 3 решается срезом, а не циклом по цифрам.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D43B"/>
          </a:solidFill>
          <a:ln>
            <a:noFill/>
          </a:ln>
        </p:spPr>
        <p:txBody>
          <a:bodyPr rtlCol="0" anchor="ctr" wrap="square" lIns="137160" rIns="137160">
            <a:noAutofit/>
          </a:bodyPr>
          <a:lstStyle/>
          <a:p>
            <a:pPr algn="ctr">
              <a:spcAft>
                <a:spcPts val="0"/>
              </a:spcAft>
              <a:defRPr sz="1500"/>
            </a:pPr>
            <a:r>
              <a:rPr sz="1500" b="1" i="0">
                <a:solidFill>
                  <a:srgbClr val="14213D"/>
                </a:solidFill>
                <a:latin typeface="Arial"/>
              </a:rPr>
              <a:t>УРОК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4000"/>
            </a:pPr>
            <a:r>
              <a:rPr sz="4000" b="1" i="0">
                <a:solidFill>
                  <a:srgbClr val="FFFFFF"/>
                </a:solidFill>
                <a:latin typeface="Arial"/>
              </a:rPr>
              <a:t>Циклы и строки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2000"/>
            </a:pPr>
            <a:r>
              <a:rPr sz="2000" b="0" i="0">
                <a:solidFill>
                  <a:srgbClr val="DCE3F0"/>
                </a:solidFill>
                <a:latin typeface="Arial"/>
              </a:rPr>
              <a:t>Повторять действия циклом и обрабатывать 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20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Кравчинский Сергей Андреевич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kravchinskiy.sa@gmail.com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Вспомним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1.  Что возвращает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input()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и как получить из этого число?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2.  Как записать условие «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x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между 1 и 10»?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3.  Чему равны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7 // 2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7 % 2</a:t>
            </a:r>
            <a:r>
              <a:rPr sz="22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Зачем циклы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Напечатать числа до 1000 копипастом: тысяча строк кода и ни одной мысли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Цикл повторяет один и тот же кусок кода столько раз, сколько нужно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while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повторяем, пока верно условие; число витков заранее неизвестно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проходим по готовой последовательности: числа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range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символы строки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Второй сюжет пары: строка это последовательность символов, по ней тоже ходит цикл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1645920"/>
          </a:xfrm>
          <a:prstGeom prst="roundRect">
            <a:avLst>
              <a:gd name="adj" fmla="val 666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сумма чисел от 1 до 1000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total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range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1001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A9B7C6"/>
                </a:solidFill>
                <a:latin typeface="Consolas"/>
              </a:rPr>
              <a:t>total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сумма: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total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154680"/>
            <a:ext cx="6613855" cy="716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сумма: 500500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Цикл 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while условие: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повторяет тело, пока условие истинно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Условие проверяется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перед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каждым витком, а не после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Тело сдвинуто на 4 пробела, как у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if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теле что-то должно менять условие, иначе цикл не закончится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Счётчик двигаем сами: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 += 1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короткая запись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 = i + 1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n % 10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последнюю цифру числа,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n //= 10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её отбрасывает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468879"/>
          </a:xfrm>
          <a:prstGeom prst="roundRect">
            <a:avLst>
              <a:gd name="adj" fmla="val 444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while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&lt;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3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виток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+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808080"/>
                </a:solidFill>
                <a:latin typeface="Consolas"/>
              </a:rPr>
              <a:t># без этой строки цикл вечный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123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while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&gt;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0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цифра: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%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10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/</a:t>
            </a:r>
            <a:r>
              <a:rPr sz="1600">
                <a:solidFill>
                  <a:srgbClr val="A9B7C6"/>
                </a:solidFill>
                <a:latin typeface="Consolas"/>
              </a:rPr>
              <a:t>/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10</a:t>
            </a:r>
            <a:r>
              <a:rPr sz="1600">
                <a:solidFill>
                  <a:srgbClr val="A9B7C6"/>
                </a:solidFill>
                <a:latin typeface="Consolas"/>
              </a:rPr>
              <a:t>      </a:t>
            </a:r>
            <a:r>
              <a:rPr sz="1600">
                <a:solidFill>
                  <a:srgbClr val="808080"/>
                </a:solidFill>
                <a:latin typeface="Consolas"/>
              </a:rPr>
              <a:t># отбросили последнюю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977639"/>
            <a:ext cx="6613855" cy="1783080"/>
          </a:xfrm>
          <a:prstGeom prst="roundRect">
            <a:avLst>
              <a:gd name="adj" fmla="val 6153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виток 1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виток 2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виток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цифра: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цифра: 2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цифра: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Бесконечный цикл и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while True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сам никогда не остановится: выход только через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break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break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немедленно прерывает цикл и идёт дальше по программе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Так удобно читать данные, пока пользователь не скажет «хватит»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Строку сравниваем со строкой: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line == 'stop'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а не с числом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Если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break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забыт, программа зависнет: остановить её можно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Ctrl+F2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 PyCharm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19456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total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while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True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A9B7C6"/>
                </a:solidFill>
                <a:latin typeface="Consolas"/>
              </a:rPr>
              <a:t>line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input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Число или stop: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line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stop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CC7832"/>
                </a:solidFill>
                <a:latin typeface="Consolas"/>
              </a:rPr>
              <a:t>break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A9B7C6"/>
                </a:solidFill>
                <a:latin typeface="Consolas"/>
              </a:rPr>
              <a:t>total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line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Сумма: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total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03320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Число или stop: 5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Число или stop: 7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Число или stop: stop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Сумма: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Цикл for и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for имя in последовательность: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берёт по одному значению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range(5)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числа 0, 1, 2, 3, 4. Верхняя граница не входит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range(2, 10, 3)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от 2 с шагом 3, пока меньше 10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range(10, 0, -1)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обратный отсчёт, шаг отрицательный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range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не хранит числа, а считает очередное на ходу, поэтому миллиард влезает в память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200400"/>
          </a:xfrm>
          <a:prstGeom prst="roundRect">
            <a:avLst>
              <a:gd name="adj" fmla="val 3428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for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in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range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5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end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for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in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range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2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10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3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end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for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in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range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10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0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-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end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range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5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len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range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10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*</a:t>
            </a:r>
            <a:r>
              <a:rPr sz="1600">
                <a:solidFill>
                  <a:srgbClr val="A9B7C6"/>
                </a:solidFill>
                <a:latin typeface="Consolas"/>
              </a:rPr>
              <a:t>*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9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709160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0 1 2 3 4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2 5 8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10 9 8 7 6 5 4 3 2 1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range(0, 5) 1000000000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break и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continue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бросает текущий виток и переходит к следующему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break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выходит из цикла целиком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Оба работают и 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и 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while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Делитель ищем только до корня: если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 * d &gt; 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больше искать негде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Нашли делитель: печатаем и выходим, дальше цикл крутить незачем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444240"/>
          </a:xfrm>
          <a:prstGeom prst="roundRect">
            <a:avLst>
              <a:gd name="adj" fmla="val 3185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for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in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range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10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if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%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0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CC7832"/>
                </a:solidFill>
                <a:latin typeface="Consolas"/>
              </a:rPr>
              <a:t>continue</a:t>
            </a:r>
            <a:r>
              <a:rPr sz="1600">
                <a:solidFill>
                  <a:srgbClr val="A9B7C6"/>
                </a:solidFill>
                <a:latin typeface="Consolas"/>
              </a:rPr>
              <a:t>      </a:t>
            </a:r>
            <a:r>
              <a:rPr sz="1600">
                <a:solidFill>
                  <a:srgbClr val="808080"/>
                </a:solidFill>
                <a:latin typeface="Consolas"/>
              </a:rPr>
              <a:t># чётные пропускаем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end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91</a:t>
            </a:r>
            <a:r>
              <a:rPr sz="1600">
                <a:solidFill>
                  <a:srgbClr val="A9B7C6"/>
                </a:solidFill>
                <a:latin typeface="Consolas"/>
              </a:rPr>
              <a:t>                </a:t>
            </a:r>
            <a:r>
              <a:rPr sz="1600">
                <a:solidFill>
                  <a:srgbClr val="808080"/>
                </a:solidFill>
                <a:latin typeface="Consolas"/>
              </a:rPr>
              <a:t># выглядит простым, но нет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while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*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&lt;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if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%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0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делитель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CC7832"/>
                </a:solidFill>
                <a:latin typeface="Consolas"/>
              </a:rPr>
              <a:t>break</a:t>
            </a:r>
            <a:r>
              <a:rPr sz="1600">
                <a:solidFill>
                  <a:srgbClr val="A9B7C6"/>
                </a:solidFill>
                <a:latin typeface="Consolas"/>
              </a:rPr>
              <a:t>         </a:t>
            </a:r>
            <a:r>
              <a:rPr sz="1600">
                <a:solidFill>
                  <a:srgbClr val="808080"/>
                </a:solidFill>
                <a:latin typeface="Consolas"/>
              </a:rPr>
              <a:t># выходим из цикла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+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953000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1 3 5 7 9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делитель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342640"/>
          </a:xfrm>
          <a:prstGeom prst="roundRect">
            <a:avLst>
              <a:gd name="adj" fmla="val 3282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Прочитайте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n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выведите сумму чисел от 1 до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n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FizzBuzz от 1 до 15: вместо кратных 3 печатайте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Fizz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вместо кратных 5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Buzz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вместо кратных 15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FizzBuzz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остальные числа как есть.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Выведите числа от 10 до 1 в одной строке через пробел.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Тем же циклом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напечатайте квадраты чисел от 1 до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211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Вложенные циклы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Тело цикла тоже может быть циклом: внешний виток запускает внутренний целиком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Таблица 5 на 5: внешний цикл строка, внутренний столбец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end=''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печатает без перевода строки, пустой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print()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этот перевод делает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f'{x:3}'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дополняет число пробелами до трёх мест, столбцы получаются ровными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Строку из звёздочек проще получить умножением: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'*' * 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19456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range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6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j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range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6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f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i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j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6A8759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end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range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*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03320"/>
            <a:ext cx="6613855" cy="2148839"/>
          </a:xfrm>
          <a:prstGeom prst="roundRect">
            <a:avLst>
              <a:gd name="adj" fmla="val 5106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1  2  3  4  5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2  4  6  8 10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3  6  9 12 15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4  8 12 16 20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5 10 15 20 25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**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***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****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Строка как последовательность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for ch in 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проходит по символам слева направо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Индексы с нуля: у строки из 6 символов это 0…5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Отрицательный индекс считает с конца: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s[-1]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последний символ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len(s)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длина строки, последний индекс это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len(s) - 1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Индекс за границей роняет программу с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IndexError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468879"/>
          </a:xfrm>
          <a:prstGeom prst="roundRect">
            <a:avLst>
              <a:gd name="adj" fmla="val 444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Python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ch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ch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end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6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977639"/>
            <a:ext cx="6613855" cy="1569720"/>
          </a:xfrm>
          <a:prstGeom prst="roundRect">
            <a:avLst>
              <a:gd name="adj" fmla="val 699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P y t h o n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6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P y n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n o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IndexError: string index out of range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Срезы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s[a:b]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кусок с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a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по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b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конец не включается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s[:3]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от начала,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s[3:]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 конца,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s[:]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вся строка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Третье число это шаг: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s[::2]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каждый второй символ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s[::-1]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разворачивает строку: шаг минус один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Длина куска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s[a:b]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равна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b - a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если оба индекса внутри строки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Срез за границей не падает, а отдаёт что есть: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s[5:100]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19456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Программа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6897BB"/>
                </a:solidFill>
                <a:latin typeface="Consolas"/>
              </a:rPr>
              <a:t>100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03320"/>
            <a:ext cx="6613855" cy="1783080"/>
          </a:xfrm>
          <a:prstGeom prst="roundRect">
            <a:avLst>
              <a:gd name="adj" fmla="val 6153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Прогр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Прогр амма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Порма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аммаргорП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ог 2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амма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enumerate: индекс и символ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enumerate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функция: отдаёт пару «номер, значение»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Слева от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два имени через запятую: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for i, ch in enumerate(s)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Нумерация с нуля;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start=1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заставит считать с единицы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Иначе пришлось бы заводить счётчик руками и двигать его в теле цикла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Работает не только со строками: дальше в курсе так же пойдём по спискам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1920239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Ада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ch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enumerate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i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ch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ch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enumerate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start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i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ch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429000"/>
            <a:ext cx="6613855" cy="1783080"/>
          </a:xfrm>
          <a:prstGeom prst="roundRect">
            <a:avLst>
              <a:gd name="adj" fmla="val 6153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0 А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 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 а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 А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 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3 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037840"/>
          </a:xfrm>
          <a:prstGeom prst="roundRect">
            <a:avLst>
              <a:gd name="adj" fmla="val 3612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Прочитайте строку и выведите её первый и последний символы.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Выведите эту же строку задом наперёд одним срезом.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Выведите первую половину строки (при нечётной длине округлите вниз).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Выведите номера позиций, на которых стоит буква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а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390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Строки неизменяемы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Символ строки заменить нельзя. Зато можно склеить новую строку из кусков.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1" i="0">
                <a:solidFill>
                  <a:srgbClr val="C0392B"/>
                </a:solidFill>
                <a:latin typeface="Arial"/>
              </a:rPr>
              <a:t>Так не надо: TypeError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410047" cy="3017520"/>
          </a:xfrm>
          <a:prstGeom prst="roundRect">
            <a:avLst>
              <a:gd name="adj" fmla="val 363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Python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S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TypeError: 'str' object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does not support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item assignment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upper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Python: метод ничего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не поменял на месте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82880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1" i="0">
                <a:solidFill>
                  <a:srgbClr val="2E8B57"/>
                </a:solidFill>
                <a:latin typeface="Arial"/>
              </a:rPr>
              <a:t>Так надо: собрать новую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240280"/>
            <a:ext cx="5410047" cy="2743199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Python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S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        </a:t>
            </a:r>
            <a:r>
              <a:rPr sz="1800">
                <a:solidFill>
                  <a:srgbClr val="808080"/>
                </a:solidFill>
                <a:latin typeface="Consolas"/>
              </a:rPr>
              <a:t># Sython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upper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        </a:t>
            </a:r>
            <a:r>
              <a:rPr sz="1800">
                <a:solidFill>
                  <a:srgbClr val="808080"/>
                </a:solidFill>
                <a:latin typeface="Consolas"/>
              </a:rPr>
              <a:t># SYTHON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метод возвращает новую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строку, её и сохраняем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Методы строк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Метод вызывается через точку: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s.upper()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strip()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убирает пробелы по краям,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replace(a, b)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меняет все вхождения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find(x)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индекс первого вхождения или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-1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если не нашлось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count(x)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считает вхождения,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x in 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отвечает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True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или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False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startswith(x)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проверяет начало строки,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endswith(x)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конец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Полный список: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dir(str)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или точка после имени и подсказка PyCharm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43199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  Ада Лавлейс 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f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strip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6A8759"/>
                </a:solidFill>
                <a:latin typeface="Consolas"/>
              </a:rPr>
              <a:t>]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strip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upper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банан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replace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а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о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find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нан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find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кот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count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а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нан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startswith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ба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endswith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ан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51959"/>
            <a:ext cx="6613855" cy="1783080"/>
          </a:xfrm>
          <a:prstGeom prst="roundRect">
            <a:avLst>
              <a:gd name="adj" fmla="val 6153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[Ада Лавлейс]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АДА ЛАВЛЕЙС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бонон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2 -1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 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 True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split и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split()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режет строку по пробелам на части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Два числа из одной строки: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a, b = input().split()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дальше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int(a)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Слева от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=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должно быть столько имён, сколько кусков, иначе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ValueError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join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собирает строку обратно, между кусками разделитель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Что именно возвращает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split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разберём в следующий раз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1920239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input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split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b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text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раз два три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text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split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-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join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abc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429000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3 4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7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['раз', 'два', 'три']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a-b-c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ord и chr: буквы это числа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У каждого символа есть код: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ord(ch)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код,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chr(n)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символ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Латинские буквы идут подряд: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a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97,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b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98, дальше до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z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122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Следующая буква алфавита: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chr(ord(ch) + 1)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Строки сравниваются по кодам символов, поэтому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'a' &lt; 'b'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Переход через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z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остаток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% 26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возвращает в начало алфавита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468879"/>
          </a:xfrm>
          <a:prstGeom prst="roundRect">
            <a:avLst>
              <a:gd name="adj" fmla="val 444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ord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ord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b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ord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z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chr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97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chr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1040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chr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ord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&lt;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b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ch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shift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y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       </a:t>
            </a:r>
            <a:r>
              <a:rPr sz="1800">
                <a:solidFill>
                  <a:srgbClr val="808080"/>
                </a:solidFill>
                <a:latin typeface="Consolas"/>
              </a:rPr>
              <a:t># переход через z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code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ord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ch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ord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shift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%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26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chr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ord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code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977639"/>
            <a:ext cx="6613855" cy="1569720"/>
          </a:xfrm>
          <a:prstGeom prst="roundRect">
            <a:avLst>
              <a:gd name="adj" fmla="val 699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97 98 122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a А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b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342640"/>
          </a:xfrm>
          <a:prstGeom prst="roundRect">
            <a:avLst>
              <a:gd name="adj" fmla="val 3282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Прочитайте строку и проверьте, палиндром ли она, без учёта регистра.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Посчитайте, сколько в строке гласных букв.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Замените в строке все пробелы на подчёркивания и выведите результат.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Посчитайте, сколько в строке пробелов, двумя способами: циклом и методом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count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211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Частые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for i in range(1, n):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32588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Само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в цикл не войдёт. Нужно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range(1, n + 1)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i++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9" y="192024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В Python такого нет. Увеличение на единицу: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i += 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s[0] = 'S'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9" y="251460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Строку менять нельзя, будет TypeError. Соберите новую: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'S' + s[1:]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3944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while i &lt; 5:   # без i +=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13944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Условие никто не меняет, цикл вечный. Двигайте счётчик в теле.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3380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'abc'[3]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373380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IndexError: индексы 0, 1, 2. Последний это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len(s) - 1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816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if input() == 5: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432816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F5F8B"/>
                </a:solidFill>
                <a:latin typeface="Consolas"/>
              </a:rPr>
              <a:t>input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даёт строку. Сравнивайте с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'5'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или пишите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int(input()) == 5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повторяет тело, пока условие истинно; счётчик двигаем сами.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for i in range(a, b, step)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идёт по числам, граница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b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не входит.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break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выходит из цикла,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continue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пропускает виток.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Строка это последовательность символов: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s[i]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срезы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s[a:b:step]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for ch in s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Строку изменить нельзя: методы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upper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strip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replace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find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возвращают новую.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ord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chr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переводят символ в код и обратно,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% 26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даёт переход через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z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835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1. </a:t>
            </a:r>
            <a:r>
              <a:rPr sz="1700" b="1">
                <a:solidFill>
                  <a:srgbClr val="C99700"/>
                </a:solidFill>
                <a:latin typeface="Arial"/>
              </a:rPr>
              <a:t>★ </a:t>
            </a:r>
            <a:r>
              <a:rPr sz="1700" b="1">
                <a:solidFill>
                  <a:srgbClr val="1A1A1A"/>
                </a:solidFill>
                <a:latin typeface="Arial"/>
              </a:rPr>
              <a:t>Половинки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Две строки, каждая на своей строке. Выведите первую половину первой и вторую половину второй, при нечётной длине половина округляется вниз.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61032"/>
            <a:ext cx="536432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Python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Fortran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Pyttran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2161032"/>
            <a:ext cx="536432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Hello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World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Herld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0568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2. </a:t>
            </a:r>
            <a:r>
              <a:rPr sz="1700" b="1">
                <a:solidFill>
                  <a:srgbClr val="C99700"/>
                </a:solidFill>
                <a:latin typeface="Arial"/>
              </a:rPr>
              <a:t>★ </a:t>
            </a:r>
            <a:r>
              <a:rPr sz="1700" b="1">
                <a:solidFill>
                  <a:srgbClr val="1A1A1A"/>
                </a:solidFill>
                <a:latin typeface="Arial"/>
              </a:rPr>
              <a:t>Палиндром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строку и выведите через f-строку, палиндром она или нет. Регистр не учитывается.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27120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Anna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Anna является палиндромом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3627120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Python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Python не является палиндромом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03776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3.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Число плюс наоборот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целое число и сложите его с числом, записанным задом наперёд.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10328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123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444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4910328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19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2 ·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4.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Простое число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число и определите, простое ли оно. Делители ищите до корня. Числа меньше 2 не простые.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2432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49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49 не простое, делитель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932432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47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47 простое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4768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 не простое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1423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5.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Шифр Цезаря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Строка из строчных латинских букв, на второй строке сдвиг. Сдвигайте буквы вперёд, после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z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снова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a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7975"/>
            <a:ext cx="536432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hello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khoor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617975"/>
            <a:ext cx="536432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xyz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abc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77512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6.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Ёлка</a:t>
            </a:r>
            <a:r>
              <a:rPr sz="1300">
                <a:solidFill>
                  <a:srgbClr val="5F6B7A"/>
                </a:solidFill>
                <a:latin typeface="Arial"/>
              </a:rPr>
              <a:t>   по желанию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высоту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напечатайте ёлку: в строке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i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стоит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2 * i - 1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звёздочка, строки по центру.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84064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084064"/>
            <a:ext cx="752825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  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 ***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*****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