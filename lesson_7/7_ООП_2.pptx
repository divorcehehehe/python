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пара курса. Половина времени на ООП, половина на разбор игры и курсовой проект. Сказать, что сегодня соберём программу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минуты, не больше. Если про property молчат, показать код прошлой пары.</a:t>
            </a:r>
          </a:p>
          <a:p/>
          <a:p>
            <a:r>
              <a:t>Ответы:</a:t>
            </a:r>
          </a:p>
          <a:p>
            <a:r>
              <a:t>1. Возвращает текст объекта для человека. Его зовут `print(obj)`, `str(obj)` и f-строка.</a:t>
            </a:r>
          </a:p>
          <a:p>
            <a:r>
              <a:t>2. Чтобы поле читалось как обычное, но при записи проходило проверку в setter. И чтобы сделать поле только для чтения: property без setter.</a:t>
            </a:r>
          </a:p>
          <a:p>
            <a:r>
              <a:t>3. `from models.player import Player`. В папке `models` должен лежать файл `__init__.py`.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откуда у Bike взялся drive, если в теле класса только pass. Показать demo/01_inheritance.py и переопределение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правило: `super().__init__(...)` вызывают первым, до своих полей. Спросить, что будет, если эту строку убрать.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цикл не проверяет типы. Добавить четвёртый класс можно, не трогая цикл. В старых слайдах было написано, что полиморфизм в Python делается строгим указанием типов: это неверно.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Хороший вопрос залу: почему `type(dog) is Animal` даёт False, а `isinstance(dog, Animal)`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Ходить по рядам. Частая ошибка: забыть `super().__init__(name)` или заново переписать `__init__` в потомке.</a:t>
            </a:r>
          </a:p>
          <a:p/>
          <a:p>
            <a:r>
              <a:t>Ответы:</a:t>
            </a:r>
          </a:p>
          <a:p>
            <a:r>
              <a:t>1. class Animal:</a:t>
            </a:r>
          </a:p>
          <a:p>
            <a:r>
              <a:t>    def __init__(self, name):</a:t>
            </a:r>
          </a:p>
          <a:p>
            <a:r>
              <a:t>        self.name = name</a:t>
            </a:r>
          </a:p>
          <a:p/>
          <a:p>
            <a:r>
              <a:t>    def speak(self):</a:t>
            </a:r>
          </a:p>
          <a:p>
            <a:r>
              <a:t>        return '...'</a:t>
            </a:r>
          </a:p>
          <a:p>
            <a:r>
              <a:t>2. class Dog(Animal):</a:t>
            </a:r>
          </a:p>
          <a:p>
            <a:r>
              <a:t>    def speak(self):</a:t>
            </a:r>
          </a:p>
          <a:p>
            <a:r>
              <a:t>        return 'Гав'</a:t>
            </a:r>
          </a:p>
          <a:p/>
          <a:p/>
          <a:p>
            <a:r>
              <a:t>class Cat(Animal):</a:t>
            </a:r>
          </a:p>
          <a:p>
            <a:r>
              <a:t>    def speak(self):</a:t>
            </a:r>
          </a:p>
          <a:p>
            <a:r>
              <a:t>        return 'Мяу'</a:t>
            </a:r>
          </a:p>
          <a:p>
            <a:r>
              <a:t>3. for a in [Dog('Шарик'), Cat('Мурка'), Animal('Некто')]:</a:t>
            </a:r>
          </a:p>
          <a:p>
            <a:r>
              <a:t>    print(f'{a.name}: {a.speak()}')</a:t>
            </a:r>
          </a:p>
          <a:p>
            <a:r>
              <a:t>4. Ни одной: цикл не знает про классы, он зовёт speak() у того, что лежит в списке.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старых слайдах деление было записано старым именем из Python 2 (div с подчёркиваниями), в Python 3 это `__truediv__`.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Полный список в документации, «dunder methods». Просить не увлекаться: перегружать стоит только то, что читается очевидно.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`__add__` возвращает новый объект, а не меняет старый. Показать в PyCharm, что без `__eq__` вторая строка дала бы False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это есть в demo/03_dunder_point.py, показать после упражнения.</a:t>
            </a:r>
          </a:p>
          <a:p/>
          <a:p>
            <a:r>
              <a:t>Ответы:</a:t>
            </a:r>
          </a:p>
          <a:p>
            <a:r>
              <a:t>1. def __sub__(self, other): return Point(self.x - other.x, self.y - other.y)</a:t>
            </a:r>
          </a:p>
          <a:p>
            <a:r>
              <a:t>2. def __mul__(self, k): return Point(self.x * k, self.y * k)</a:t>
            </a:r>
          </a:p>
          <a:p>
            <a:r>
              <a:t>3. def __abs__(self): return math.hypot(self.x, self.y)</a:t>
            </a:r>
          </a:p>
          <a:p>
            <a:r>
              <a:t>4. def __lt__(self, other): return abs(self) &lt; abs(other)</a:t>
            </a:r>
          </a:p>
          <a:p>
            <a:r>
              <a:t>Дальше sorted(points) работает сам. Внутри списка печатается __repr__, поэтому его тоже полезно определить.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Проверочный вопрос: `Player` является `WordManager` или имеет его? Ответ виден из фразы: имеет.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Открыть demo/04_hangman и пройтись по файлам. Спросить, куда добавить подсчёт рекордов: в Display или в новый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`run` нет ни одного `print` и ни одного `input`: за них отвечает Display. Спросить, что придётся поменять, чтобы игра шла до трёх побед.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Запустить игру вживую и сыграть партию с залом. Показать структуру папок: main.py, words.txt и папка models с четырьмя файлами.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Ходить и смотреть тетради. Частая беда: один класс Game на 200 строк. Второй частый вопрос: сколько классов хватит для зачёта, ответ три.</a:t>
            </a:r>
          </a:p>
          <a:p/>
          <a:p>
            <a:r>
              <a:t>Ответы:</a:t>
            </a:r>
          </a:p>
          <a:p>
            <a:r>
              <a:t>1. Для викторины: Question (текст, варианты, верный ответ), QuestionBank (список вопросов, чтение файла), Player (имя, очки), Game (цикл), Display (вывод).</a:t>
            </a:r>
          </a:p>
          <a:p>
            <a:r>
              <a:t>2. Обычно стрелки идут от Game ко всем остальным, а Display не знает про правила.</a:t>
            </a:r>
          </a:p>
          <a:p>
            <a:r>
              <a:t>3. Класс на всё это признак, что ответственности не разделены: разбейте его по данным.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 по пунктам минимума, на каждом назвать урок, где это было. Показать example_project из папки course_project.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Первую и последнюю ошибки студенты приносят на защиту чаще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Сказать, что вопросы по курсовому можно задавать почтой, адрес на титуле.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1–3 обязательные, 4 и 5 по желанию. Пятая задача это начало курсового: кто сделает её сейчас, дальше будет только дописывать.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ООП 2 и архитектура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Связывать классы наследованием и композицией, перегружать операторы и собрать из классов игру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Что делает метод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 кто его вызывает?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Зачем нужен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если можно просто обратиться к полю?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Как из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импортировать класс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Player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из папки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models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Наследование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Наследование: новый класс берёт всё у старого и добавляет своё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class Bike(Transport)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родитель в скобках, Bike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является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Transport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Наследуются все атрибуты и методы, включая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__init__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можно переопределить: одноимённый метод потомка главнее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pass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заглушка: тело класса не бывает пустым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931920"/>
          </a:xfrm>
          <a:prstGeom prst="roundRect">
            <a:avLst>
              <a:gd name="adj" fmla="val 279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Transport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B200B2"/>
                </a:solidFill>
                <a:latin typeface="Consolas"/>
              </a:rPr>
              <a:t>__init__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94558D"/>
                </a:solidFill>
                <a:latin typeface="Consolas"/>
              </a:rPr>
              <a:t>self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str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wheels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int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94558D"/>
                </a:solidFill>
                <a:latin typeface="Consolas"/>
              </a:rPr>
              <a:t>self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94558D"/>
                </a:solidFill>
                <a:latin typeface="Consolas"/>
              </a:rPr>
              <a:t>self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wheels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wheels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drive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94558D"/>
                </a:solidFill>
                <a:latin typeface="Consolas"/>
              </a:rPr>
              <a:t>self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94558D"/>
                </a:solidFill>
                <a:latin typeface="Consolas"/>
              </a:rPr>
              <a:t>self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: поехали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class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Bike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Transport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pass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bike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Bike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велосипед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bike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drive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544068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велосипед: поехали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super(): зовём родителя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Потомок обычно не переписывает родителя целиком, а достраивает его.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4038600"/>
          </a:xfrm>
          <a:prstGeom prst="roundRect">
            <a:avLst>
              <a:gd name="adj" fmla="val 271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Transport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B200B2"/>
                </a:solidFill>
                <a:latin typeface="Consolas"/>
              </a:rPr>
              <a:t>__init__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wheels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int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wheels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wheels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info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-</a:t>
            </a:r>
            <a:r>
              <a:rPr sz="1300">
                <a:solidFill>
                  <a:srgbClr val="A9B7C6"/>
                </a:solidFill>
                <a:latin typeface="Consolas"/>
              </a:rPr>
              <a:t>&gt;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A8759"/>
                </a:solidFill>
                <a:latin typeface="Consolas"/>
              </a:rPr>
              <a:t>f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name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, колёс: 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wheels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Bike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Transport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B200B2"/>
                </a:solidFill>
                <a:latin typeface="Consolas"/>
              </a:rPr>
              <a:t>__init__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color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8888C6"/>
                </a:solidFill>
                <a:latin typeface="Consolas"/>
              </a:rPr>
              <a:t>super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B200B2"/>
                </a:solidFill>
                <a:latin typeface="Consolas"/>
              </a:rPr>
              <a:t>__init__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велосипед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897BB"/>
                </a:solidFill>
                <a:latin typeface="Consolas"/>
              </a:rPr>
              <a:t>2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  </a:t>
            </a:r>
            <a:r>
              <a:rPr sz="1300">
                <a:solidFill>
                  <a:srgbClr val="808080"/>
                </a:solidFill>
                <a:latin typeface="Consolas"/>
              </a:rPr>
              <a:t># сначала родитель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color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color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info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-</a:t>
            </a:r>
            <a:r>
              <a:rPr sz="1300">
                <a:solidFill>
                  <a:srgbClr val="A9B7C6"/>
                </a:solidFill>
                <a:latin typeface="Consolas"/>
              </a:rPr>
              <a:t>&gt;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super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info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+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A8759"/>
                </a:solidFill>
                <a:latin typeface="Consolas"/>
              </a:rPr>
              <a:t>f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, цвет: 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color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Bike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красный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info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велосипед, колёс: 2, цвет: красный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Полиморфизм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Один и тот же вызов, разное поведение: это полиморфизм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Python он держится на утиной типизации: важен метод, а не класс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«Крякает как утка, значит утка»: Robot не родня Dog, но в цикл подходит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Общий родитель удобен, но не обязателен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же работают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len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они зовут методы объекта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642360"/>
          </a:xfrm>
          <a:prstGeom prst="roundRect">
            <a:avLst>
              <a:gd name="adj" fmla="val 3012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Dog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speak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-</a:t>
            </a:r>
            <a:r>
              <a:rPr sz="1300">
                <a:solidFill>
                  <a:srgbClr val="A9B7C6"/>
                </a:solidFill>
                <a:latin typeface="Consolas"/>
              </a:rPr>
              <a:t>&gt;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Гав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Cat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speak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-</a:t>
            </a:r>
            <a:r>
              <a:rPr sz="1300">
                <a:solidFill>
                  <a:srgbClr val="A9B7C6"/>
                </a:solidFill>
                <a:latin typeface="Consolas"/>
              </a:rPr>
              <a:t>&gt;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Мяу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class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Robot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speak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94558D"/>
                </a:solidFill>
                <a:latin typeface="Consolas"/>
              </a:rPr>
              <a:t>self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-</a:t>
            </a:r>
            <a:r>
              <a:rPr sz="1300">
                <a:solidFill>
                  <a:srgbClr val="A9B7C6"/>
                </a:solidFill>
                <a:latin typeface="Consolas"/>
              </a:rPr>
              <a:t>&gt;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str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Бип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for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creature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CC7832"/>
                </a:solidFill>
                <a:latin typeface="Consolas"/>
              </a:rPr>
              <a:t>in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[</a:t>
            </a:r>
            <a:r>
              <a:rPr sz="1300">
                <a:solidFill>
                  <a:srgbClr val="A9B7C6"/>
                </a:solidFill>
                <a:latin typeface="Consolas"/>
              </a:rPr>
              <a:t>Dog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Cat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Robot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]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creature</a:t>
            </a:r>
            <a:r>
              <a:rPr sz="1300">
                <a:solidFill>
                  <a:srgbClr val="A9B7C6"/>
                </a:solidFill>
                <a:latin typeface="Consolas"/>
              </a:rPr>
              <a:t>.</a:t>
            </a:r>
            <a:r>
              <a:rPr sz="1300">
                <a:solidFill>
                  <a:srgbClr val="A9B7C6"/>
                </a:solidFill>
                <a:latin typeface="Consolas"/>
              </a:rPr>
              <a:t>speak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515112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Гав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Мяу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Бип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isinstance: проверка 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isinstance(x, Class)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учитывает наследование,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type(x) is Class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Второй аргумент может быть кортежем типов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issubclass(A, B)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спрашивает про классы, а не про объекты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Все классы происходят от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object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поэтому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есть у любого объекта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Проверять тип в каждом методе не нужно: обычно хватает полиморфизма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46120"/>
          </a:xfrm>
          <a:prstGeom prst="roundRect">
            <a:avLst>
              <a:gd name="adj" fmla="val 338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class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Animal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pass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class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Animal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pass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isinstance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isinstance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Animal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isinstance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object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type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is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Animal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issubclass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Dog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Animal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isinstance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897BB"/>
                </a:solidFill>
                <a:latin typeface="Consolas"/>
              </a:rPr>
              <a:t>3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int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isinstance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a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int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str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75488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False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647439"/>
          </a:xfrm>
          <a:prstGeom prst="roundRect">
            <a:avLst>
              <a:gd name="adj" fmla="val 3008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Напишите класс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Animal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 полем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методом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speak()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который возвращает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...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Сделайте наследников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Dog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Cat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у каждого свой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speak()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поле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не трогаем.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Соберите список из трёх животных и напечатайте в цикле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имя: звук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Добавьте класс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Cow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Сколько строк в цикле пришлось изменить?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5161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Магические методы: арифметика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Метод в классе учит объект работать со знаком операции. Слева то, что пишем, справа то, что вызывается.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9441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142"/>
                <a:gridCol w="3468342"/>
                <a:gridCol w="5056929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Операция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Метод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+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__add__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сложение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-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__sub__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вычитание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*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__mul__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умножение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/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__truediv__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деление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//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__floordiv__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целая часть от деления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%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__mod__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остаток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**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__pow__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возведение в степень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-a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__neg__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унарный минус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abs(a)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__abs__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модуль, длина вектора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Магические методы: сравнение и остальное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Определили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__eq__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и оператор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!=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заработает сам. Для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sorted()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хватает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__lt__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241"/>
                <a:gridCol w="3730376"/>
                <a:gridCol w="4600797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Операция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Метод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==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__eq__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равенство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!=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__ne__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неравенство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&lt;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__lt__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меньше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&lt;=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__le__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меньше или равно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&gt;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__gt__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больше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a &gt;= b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__ge__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больше или равно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len(a)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__len__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длина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x in a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__contains__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проверка вхождения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str(a)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nsolas"/>
                        </a:rPr>
                        <a:t>__str__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400"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текст для print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Point: складываем и сравниваем 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13855" cy="4328160"/>
          </a:xfrm>
          <a:prstGeom prst="roundRect">
            <a:avLst>
              <a:gd name="adj" fmla="val 2535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class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Point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__init__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float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float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__add__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Point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+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+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__eq__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and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other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__str__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-</a:t>
            </a:r>
            <a:r>
              <a:rPr sz="1400">
                <a:solidFill>
                  <a:srgbClr val="A9B7C6"/>
                </a:solidFill>
                <a:latin typeface="Consolas"/>
              </a:rPr>
              <a:t>&gt;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str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f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{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x</a:t>
            </a:r>
            <a:r>
              <a:rPr sz="1400">
                <a:solidFill>
                  <a:srgbClr val="A9B7C6"/>
                </a:solidFill>
                <a:latin typeface="Consolas"/>
              </a:rPr>
              <a:t>}</a:t>
            </a:r>
            <a:r>
              <a:rPr sz="1400">
                <a:solidFill>
                  <a:srgbClr val="6A8759"/>
                </a:solidFill>
                <a:latin typeface="Consolas"/>
              </a:rPr>
              <a:t>, </a:t>
            </a:r>
            <a:r>
              <a:rPr sz="1400">
                <a:solidFill>
                  <a:srgbClr val="A9B7C6"/>
                </a:solidFill>
                <a:latin typeface="Consolas"/>
              </a:rPr>
              <a:t>{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y</a:t>
            </a:r>
            <a:r>
              <a:rPr sz="1400">
                <a:solidFill>
                  <a:srgbClr val="A9B7C6"/>
                </a:solidFill>
                <a:latin typeface="Consolas"/>
              </a:rPr>
              <a:t>}</a:t>
            </a:r>
            <a:r>
              <a:rPr sz="1400">
                <a:solidFill>
                  <a:srgbClr val="6A8759"/>
                </a:solidFill>
                <a:latin typeface="Consolas"/>
              </a:rPr>
              <a:t>)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a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Point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2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b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Point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3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4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+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b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Point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2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b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6815" y="1325880"/>
            <a:ext cx="4206240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(4, 6)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False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342640"/>
          </a:xfrm>
          <a:prstGeom prst="roundRect">
            <a:avLst>
              <a:gd name="adj" fmla="val 328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Добавьте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Point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метод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__sub__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разность координат.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Добавьте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__mul__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чтобы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 * 3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умножало обе координаты на число.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Добавьте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__abs__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расстояние до нуля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math.hypot(x, y)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Добавьте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__lt__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(ближе к нулю значит меньше) и отсортируйте список точек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sorted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211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Композиция против наследования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Наследование это «является»: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Bike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является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Transport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Композиция это «имеет»: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Car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имеет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Engine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Game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имеет игрока, слово и экран, а не наследует их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Наследоваться ради одного удобного метода плохой признак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Композиция гибче: деталь можно заменить, не трогая остальной код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474720"/>
          </a:xfrm>
          <a:prstGeom prst="roundRect">
            <a:avLst>
              <a:gd name="adj" fmla="val 3157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class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Engine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FFC66D"/>
                </a:solidFill>
                <a:latin typeface="Consolas"/>
              </a:rPr>
              <a:t>start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-</a:t>
            </a:r>
            <a:r>
              <a:rPr sz="1500">
                <a:solidFill>
                  <a:srgbClr val="A9B7C6"/>
                </a:solidFill>
                <a:latin typeface="Consolas"/>
              </a:rPr>
              <a:t>&gt;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str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CC7832"/>
                </a:solidFill>
                <a:latin typeface="Consolas"/>
              </a:rPr>
              <a:t>return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мотор заведён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class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Car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B200B2"/>
                </a:solidFill>
                <a:latin typeface="Consolas"/>
              </a:rPr>
              <a:t>__init__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engine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Engine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     </a:t>
            </a:r>
            <a:r>
              <a:rPr sz="1500">
                <a:solidFill>
                  <a:srgbClr val="808080"/>
                </a:solidFill>
                <a:latin typeface="Consolas"/>
              </a:rPr>
              <a:t># Car имеет Engine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CC7832"/>
                </a:solidFill>
                <a:latin typeface="Consolas"/>
              </a:rPr>
              <a:t>def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FFC66D"/>
                </a:solidFill>
                <a:latin typeface="Consolas"/>
              </a:rPr>
              <a:t>start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-</a:t>
            </a:r>
            <a:r>
              <a:rPr sz="1500">
                <a:solidFill>
                  <a:srgbClr val="A9B7C6"/>
                </a:solidFill>
                <a:latin typeface="Consolas"/>
              </a:rPr>
              <a:t>&gt;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str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    </a:t>
            </a:r>
            <a:r>
              <a:rPr sz="1500">
                <a:solidFill>
                  <a:srgbClr val="CC7832"/>
                </a:solidFill>
                <a:latin typeface="Consolas"/>
              </a:rPr>
              <a:t>return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94558D"/>
                </a:solidFill>
                <a:latin typeface="Consolas"/>
              </a:rPr>
              <a:t>self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engine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start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 </a:t>
            </a:r>
            <a:r>
              <a:rPr sz="1500">
                <a:solidFill>
                  <a:srgbClr val="808080"/>
                </a:solidFill>
                <a:latin typeface="Consolas"/>
              </a:rPr>
              <a:t># просим мотор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Car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start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98348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мотор заведён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Архитектура игры «Виселица»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Стрелка означает «использует»: каждый класс отвечает за своё.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6596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6998"/>
            </a:solidFill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Game</a:t>
            </a:r>
          </a:p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правила и игровой цикл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6998"/>
            </a:solidFill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WordManager</a:t>
            </a:r>
          </a:p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слово, открытые буквы,</a:t>
            </a:r>
          </a:p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чтение words.txt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6998"/>
            </a:solidFill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Player</a:t>
            </a:r>
          </a:p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имя, жизни, очки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3192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6998"/>
            </a:solidFill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Display</a:t>
            </a:r>
          </a:p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весь вывод и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20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main.py создаёт объекты и зовёт game.run(): правил игры в нём нет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40280" y="3017520"/>
            <a:ext cx="3840480" cy="91440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</p:cxnSp>
      <p:cxnSp>
        <p:nvCxnSpPr>
          <p:cNvPr id="11" name="Connector 10"/>
          <p:cNvCxnSpPr/>
          <p:nvPr/>
        </p:nvCxnSpPr>
        <p:spPr>
          <a:xfrm>
            <a:off x="6080760" y="3017520"/>
            <a:ext cx="0" cy="91440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</p:cxnSp>
      <p:cxnSp>
        <p:nvCxnSpPr>
          <p:cNvPr id="12" name="Connector 11"/>
          <p:cNvCxnSpPr/>
          <p:nvPr/>
        </p:nvCxnSpPr>
        <p:spPr>
          <a:xfrm>
            <a:off x="6080760" y="3017520"/>
            <a:ext cx="3840480" cy="91440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Игровой цикл: Game.run()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4754880"/>
          </a:xfrm>
          <a:prstGeom prst="roundRect">
            <a:avLst>
              <a:gd name="adj" fmla="val 2307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class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POINTS_PER_LETTER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10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B200B2"/>
                </a:solidFill>
                <a:latin typeface="Consolas"/>
              </a:rPr>
              <a:t>__init__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is_over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-</a:t>
            </a:r>
            <a:r>
              <a:rPr sz="1400">
                <a:solidFill>
                  <a:srgbClr val="A9B7C6"/>
                </a:solidFill>
                <a:latin typeface="Consolas"/>
              </a:rPr>
              <a:t>&gt;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bool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is_guessed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or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not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is_alive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run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greet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while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not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is_over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show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400">
                <a:solidFill>
                  <a:srgbClr val="A9B7C6"/>
                </a:solidFill>
                <a:latin typeface="Consolas"/>
              </a:rPr>
              <a:t>letter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ask_letter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400">
                <a:solidFill>
                  <a:srgbClr val="CC7832"/>
                </a:solidFill>
                <a:latin typeface="Consolas"/>
              </a:rPr>
              <a:t>if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open_letter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letter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add_score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POINTS_PER_LETTER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400">
                <a:solidFill>
                  <a:srgbClr val="CC7832"/>
                </a:solidFill>
                <a:latin typeface="Consolas"/>
              </a:rPr>
              <a:t>else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lose_life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show_result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94558D"/>
                </a:solidFill>
                <a:latin typeface="Consolas"/>
              </a:rPr>
              <a:t>self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main.py собирает всё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main.py только создаёт объекты и запускает игру: логика живёт в классах.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4328160"/>
          </a:xfrm>
          <a:prstGeom prst="roundRect">
            <a:avLst>
              <a:gd name="adj" fmla="val 2535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from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models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import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from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models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import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from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models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import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from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models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word_manager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import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WordManager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LIVES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6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WORDS_FILE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words.txt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main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input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Как тебя зовут?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LIVES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WordManager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WORDS_FILE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player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Display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game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run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if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__name__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__main__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main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139440"/>
          </a:xfrm>
          <a:prstGeom prst="roundRect">
            <a:avLst>
              <a:gd name="adj" fmla="val 3495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Выберите тему курсового и выпишите на бумаге три класса: что каждый хранит и что умеет.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Нарисуйте стрелки «использует» между ними. Кто у вас главный, как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Game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Проверьте: нет ли класса, который делает всё сразу, и где будет весь вывод на экран.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0081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Курсовой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Консольная программа в ООП-стиле, работающая от начала до конца.</a:t>
            </a:r>
          </a:p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Темы: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Hangman, Wordle, викторина, крестики-нолики, тамагочи, менеджер задач, банковский симулятор, библиотека книг, дневник тренировок. Своя тема по согласованию.</a:t>
            </a:r>
          </a:p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Обязательный минимум: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три класса предметной области, каждый в своём файле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models/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точка входа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if __name__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каждом классе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; защищённые поля и хотя бы одно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@property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 проверкой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программа не падает на неверном вводе; данные лежат в файле txt или json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без глобальных переменных, имена по PEP 8, README с командой запуска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 выбор: наследование с полиморфизмом или внешняя библиотека</a:t>
            </a:r>
          </a:p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Защита: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показать работу, рассказать про классы, ответить на вопросы. Могут попросить изменить поведение прямо на защите, поэтому чужой код опасен.</a:t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Полные требования, список тем и чеклист: папка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course_project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61569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__init__(self, color):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self.color = 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615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В потомке забыт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super().__init__(...)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полей родителя не будет, дальше AttributeError.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78736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speak(self, loud):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2078736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Родитель зовёт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speak()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без аргументов: переопределяйте метод с той же сигнатурой.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3576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class Player(WordManager):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703576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Наследование ради чужого метода.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Player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не является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WordManager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сделайте его полем.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28416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self.words = WordManager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328416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Присвоен класс, а не объект: забыты скобки, нужно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WordManager('words.txt')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53256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if player is other: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953256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F5F8B"/>
                </a:solidFill>
                <a:latin typeface="Consolas"/>
              </a:rPr>
              <a:t>is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спрашивает «это один и тот же объект». Равенство по полям это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==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__eq__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8096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class Dog: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tricks = 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578096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Список в теле класса общий для всех собак. Изменяемое создавайте в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__init__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 курса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Наследование это «является»: потомок берёт методы родителя,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super()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зовёт его версию.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Полиморфизм в Python это утиная типизация: важен нужный метод, а не класс объекта.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Магические методы учат класс работать 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==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len()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Композиция это «имеет»: большой объект собирается из маленьких.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Программа делится на классы по ответственности: данные, правила, вывод.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За курс прошли путь от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до игры из пяти файлов. Дальше курсовой проект.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Куда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Официальный учебник: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docs.python.org/3/tutorial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есть перевод на русский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pythontutor.com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показывает выполнение кода по шагам, помогает понять ссылки и объекты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Codewars и Stepik: задачи с автоматической проверкой, от простых до злых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Книга «Автоматизация рутинных задач с помощью Python», Эл Свейгарт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Git и GitHub: хранить код и историю правок спросят на первой же стажировке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 интересам: боты (aiogram), сайты (FastAPI), данные (pandas), игры (pygame)</a:t>
            </a:r>
          </a:p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Главное правило простое: язык учится только руками. Пишите код каждую неделю, даже маленький.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Фигуры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Shape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наследники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Circle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Rectangle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Triangle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методами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area()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perimeter()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печатает название, площадь и периметр с двумя знаками. Прочитайте n, затем n строк вида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circle 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rect 2 5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triangle 3 4 5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Выведите фигуры по возрастанию площади и общую площадь.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circle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rect 2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triangle 3 4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Круг: площадь 3.14, периметр 6.28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Треугольник: площадь 6.00, периметр 12.00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Прямоугольник: площадь 10.00, периметр 14.00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Общая площадь: 19.14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32047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Вектор на плоскости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Vector2D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__add__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__sub__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умножением на число,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__abs__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(длина)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Прочитайте четыре целых числа по одному в строке: координаты первого вектора, затем второго. Выведите сумму, разность, первый вектор, умноженный на 2, его длину с двумя знаками и результат сравнения векторов.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95799"/>
            <a:ext cx="3291840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95799"/>
            <a:ext cx="7528255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(4, 6)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(2, 2)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(6, 8)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5.00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False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292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Воин против мага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Character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наследники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Warrior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Mage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полиморфным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attack()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Воин: 100 здоровья, урон 35. Маг: 100 здоровья и 20 маны, заклинание за 10 маны бьёт на 40, без маны удар 10. Здоровье не ниже нуля. Прочитайте имена воина и мага, бьют по очереди, первым воин. После каждого удара печатайте урон и состояние цели через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в конце победителя.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18232"/>
            <a:ext cx="3291840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Конан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Мерлин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18232"/>
            <a:ext cx="7528255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Конан наносит 35 урона. Мерлин: 65 здоровья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Мерлин наносит 40 урона. Конан: 60 здоровья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Конан наносит 35 урона. Мерлин: 30 здоровья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Мерлин наносит 40 урона. Конан: 20 здоровья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Конан наносит 35 урона. Мерлин: 0 здоровья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Победил Конан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6408"/>
            <a:ext cx="11094415" cy="1292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Многочлен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Класс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Polynomial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коэффициенты списком по убыванию степени. Методы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__add__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value(x)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derivative()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вида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3x^2 + 2x + 1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(нулевые коэффициенты пропускаются). Прочитайте два многочлена, каждый в своей строке коэффициентами через пробел, затем число x. Выведите оба многочлена, их сумму, значение первого в точке x и его производную. Те же строки запишите в файл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polynomials.txt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18760"/>
            <a:ext cx="3291840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 2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318760"/>
            <a:ext cx="7528255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3x^2 + 2x + 1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x + 1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3x^2 + 3x + 2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17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6x + 2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7 ·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Старт курсового проекта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Выберите тему и соберите скелет проекта: папка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models/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тремя классами предметной области,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if __name__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Методы пока могут печатать заглушки, но программа обязана запускаться, а каждый класс уметь печатать себя. В README запишите, что хранит и что умеет каждый класс.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Аня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Как тебя зовут? Аня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Здесь будет игровой цикл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Аня: 0 очков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